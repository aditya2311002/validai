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E4F2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027" autoAdjust="0"/>
  </p:normalViewPr>
  <p:slideViewPr>
    <p:cSldViewPr snapToGrid="0" snapToObjects="1">
      <p:cViewPr varScale="1">
        <p:scale>
          <a:sx n="77" d="100"/>
          <a:sy n="77" d="100"/>
        </p:scale>
        <p:origin x="883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11/1/2026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11/1/2026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11/1/2026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11/1/2026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11/1/2026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11/1/2026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11/1/2026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ddlePaddle/PaddleOCR?utm_source=chatgpt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aws.amazon.com/free/?utm_source=chatgpt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be.com/shorts/8qNrKYLejiw?si=1nOkUHS0csL-ERFu" TargetMode="External"/><Relationship Id="rId3" Type="http://schemas.openxmlformats.org/officeDocument/2006/relationships/hyperlink" Target="https://www.aicte.gov.in/sites/default/files/APH%20Final.pdf?utm_source=chatgpt.com" TargetMode="External"/><Relationship Id="rId7" Type="http://schemas.openxmlformats.org/officeDocument/2006/relationships/hyperlink" Target="https://docs.langchain.com/oss/python/langchain/quickstar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esseract-ocr.github.io/tessdoc/?utm_source=chatgpt.com" TargetMode="External"/><Relationship Id="rId5" Type="http://schemas.openxmlformats.org/officeDocument/2006/relationships/hyperlink" Target="https://github.com/qcf-568/DocTamper?utm_source=chatgpt.com" TargetMode="External"/><Relationship Id="rId10" Type="http://schemas.openxmlformats.org/officeDocument/2006/relationships/image" Target="../media/image2.png"/><Relationship Id="rId4" Type="http://schemas.openxmlformats.org/officeDocument/2006/relationships/hyperlink" Target="https://openaccess.thecvf.com/content/CVPR2023/html/Qu_Towards_Robust_Tampered_Text_Detection_in_Document_Image_New_Dataset_CVPR_2023_paper.html?utm_source=chatgpt.com" TargetMode="External"/><Relationship Id="rId9" Type="http://schemas.openxmlformats.org/officeDocument/2006/relationships/hyperlink" Target="https://github.com/aditya2311002/ValidA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1609417"/>
            <a:ext cx="7270242" cy="395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:		</a:t>
            </a: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ea typeface="Arimo Bold" pitchFamily="34" charset="-122"/>
                <a:cs typeface="Times New Roman" panose="02020603050405020304" pitchFamily="18" charset="0"/>
              </a:rPr>
              <a:t>SIH26261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Title:	</a:t>
            </a: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ea typeface="Arimo Bold" pitchFamily="34" charset="-122"/>
                <a:cs typeface="Times New Roman" panose="02020603050405020304" pitchFamily="18" charset="0"/>
              </a:rPr>
              <a:t>AI-Powered Application Validation, Document 							Authentication and Regulatory Compliance 								Verification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				:	</a:t>
            </a: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ea typeface="Arimo Bold" pitchFamily="34" charset="-122"/>
                <a:cs typeface="Times New Roman" panose="02020603050405020304" pitchFamily="18" charset="0"/>
              </a:rPr>
              <a:t>Smart Automation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			:	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			:	199635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			:	</a:t>
            </a: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ea typeface="Arimo Bold" pitchFamily="34" charset="-122"/>
                <a:cs typeface="Times New Roman" panose="02020603050405020304" pitchFamily="18" charset="0"/>
              </a:rPr>
              <a:t>Code Blooded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0FEACA-F24C-F3C0-32D0-926A54FB0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492875"/>
            <a:ext cx="12191999" cy="36512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707997"/>
          </a:xfrm>
        </p:spPr>
        <p:txBody>
          <a:bodyPr/>
          <a:lstStyle/>
          <a:p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nos Bold" pitchFamily="34" charset="-122"/>
                <a:cs typeface="Times New Roman" panose="02020603050405020304" pitchFamily="18" charset="0"/>
              </a:rPr>
              <a:t>ValidAI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nos Bold" pitchFamily="34" charset="-122"/>
                <a:cs typeface="Times New Roman" panose="02020603050405020304" pitchFamily="18" charset="0"/>
              </a:rPr>
              <a:t> Compliance Engine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01600" y="1086358"/>
            <a:ext cx="11928336" cy="31818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US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Secure portal ingests applications; OCR extracts text and tables; forensic AI checks signatures, stamps, and pixel metadata; RAG cross-checks extracted data against AICTE handbooks for an instant compliance report</a:t>
            </a:r>
          </a:p>
          <a:p>
            <a:pPr marL="341376" indent="-341376" algn="just">
              <a:lnSpc>
                <a:spcPct val="150000"/>
              </a:lnSpc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Eliminates manual review bottlenecks, reduces human error, and flags fraudulent documents or missing compliance metrics instantly.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76" indent="-341376" algn="just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Combines visual forensics for stamp and signature authentication with context-aware AI for complex regulatory rule checking.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rlito" pitchFamily="34" charset="0"/>
                <a:cs typeface="Carlito" pitchFamily="34" charset="0"/>
              </a:rPr>
              <a:t>CODE BLOODED</a:t>
            </a:r>
            <a:endParaRPr lang="en-US" sz="11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549" y="4035251"/>
            <a:ext cx="1744461" cy="237533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287" y="4051010"/>
            <a:ext cx="1736511" cy="234381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729" y="4066770"/>
            <a:ext cx="1874394" cy="234031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342" y="4066770"/>
            <a:ext cx="1689314" cy="2343818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E471DF9-52AD-D6E1-133D-F27E3F312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6186" y="6491375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492875"/>
            <a:ext cx="12191999" cy="36512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9906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90501" y="1158032"/>
            <a:ext cx="11725274" cy="25355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43840" indent="-243840" algn="just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Technologies: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Backend Python,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FastAPI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, Node.js; Frontend React.js, Tailwind CSS; AI/ML Tesseract OCR,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OpenCV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 forensics,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PyTorch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LangChain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, Llama-3/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OpenAI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 API; Database PostgreSQL,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ChromaDB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 vector store.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3840" indent="-243840" algn="just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Implementation flow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: Secure institutional upload portal → pre-processing (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deskewing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, noise reduction, image enhancement) → data extraction (layout analysis and OCR mapping) → authenticity check (forgery detection and signature/stamp verification) → regulatory validation (LLM checks extracted data against AICTE norms) → dashboard output (final audit report; Approve or Flag status).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97540" y="65712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rlito" pitchFamily="34" charset="0"/>
                <a:cs typeface="Carlito" pitchFamily="34" charset="0"/>
              </a:rPr>
              <a:t>CODE BLOODED</a:t>
            </a:r>
            <a:endParaRPr lang="en-US" sz="11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397" y="3693598"/>
            <a:ext cx="8893204" cy="2776261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5E9C4F7-8FEA-0A6C-0716-5F8F2A006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6186" y="6491375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2A526AC-73FF-3540-D1C5-151C7FD3B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492875"/>
            <a:ext cx="12191999" cy="36512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10758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61808" y="1396983"/>
            <a:ext cx="11634917" cy="2345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1376" indent="-341376" algn="just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Feasibility: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Highly feasible with existing open-source computer vision models (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  <a:hlinkClick r:id="rId3"/>
              </a:rPr>
              <a:t>Paddle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) and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  <a:hlinkClick r:id="rId4"/>
              </a:rPr>
              <a:t>scalable AWS/Azure cloud infrastructure.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76" indent="-341376" algn="just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Challenges: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Low-quality scans, highly variable institutional certificates, and handwritten inputs.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76" indent="-341376" algn="just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Mitigation: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Contrast enhancement and noise removal; OCR training on diverse Indian institutional documents; human-in-the-loop routing for low-confidence results.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rlito" pitchFamily="34" charset="0"/>
                <a:cs typeface="Carlito" pitchFamily="34" charset="0"/>
              </a:rPr>
              <a:t>CODE BLOODED</a:t>
            </a:r>
            <a:endParaRPr lang="en-US" sz="11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B85ED93-3977-E32D-8842-F8793F76B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6186" y="6491375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0C60B8-0CFF-29A7-50C2-5DB365269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492875"/>
            <a:ext cx="12191999" cy="36512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81011" y="1416220"/>
            <a:ext cx="11229975" cy="2241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1376" indent="-341376">
              <a:lnSpc>
                <a:spcPct val="15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Impact: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AICTE evaluators and institutional applicants see an estimated 80% faster processing time with real-time application status feedback.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Benefits: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Economic - lower administrative costs and manual verification hours. Governance - greater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6186" y="6491375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rlito" pitchFamily="34" charset="0"/>
                <a:cs typeface="Carlito" pitchFamily="34" charset="0"/>
              </a:rPr>
              <a:t>CODE BLOODED</a:t>
            </a:r>
            <a:endParaRPr lang="en-US" sz="11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631" y="3658180"/>
            <a:ext cx="8263510" cy="251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D6668F1-F640-EACA-8DCC-57F33F925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492875"/>
            <a:ext cx="12191999" cy="36512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1671878"/>
            <a:ext cx="11172825" cy="27959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1376" indent="-341376" algn="just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  <a:hlinkClick r:id="rId3"/>
              </a:rPr>
              <a:t>AICTE Approval Process Handbook (APH) guidelines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  <a:hlinkClick r:id="rId4"/>
              </a:rPr>
              <a:t>research on document tampering detection using convolutional neural networks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Source code and dataset - GitHub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),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  <a:hlinkClick r:id="rId6"/>
              </a:rPr>
              <a:t>official Tesseract OCR documentation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  <a:hlinkClick r:id="rId7"/>
              </a:rPr>
              <a:t>open-source RAG framework documentation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.</a:t>
            </a:r>
          </a:p>
          <a:p>
            <a:pPr marL="341376" indent="-341376" algn="just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Prototype 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  <a:hlinkClick r:id="rId8"/>
              </a:rPr>
              <a:t>Demo Video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  <a:hlinkClick r:id="rId9"/>
              </a:rPr>
              <a:t>Git Hub Repository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rlito" pitchFamily="34" charset="0"/>
                <a:cs typeface="Carlito" pitchFamily="34" charset="0"/>
              </a:rPr>
              <a:t>CODE BLOODED</a:t>
            </a:r>
            <a:endParaRPr lang="en-US" sz="11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D8C65C2-F498-0C03-068A-B763DEA2E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6186" y="6491375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7667</TotalTime>
  <Words>432</Words>
  <Application>Microsoft Office PowerPoint</Application>
  <PresentationFormat>Widescreen</PresentationFormat>
  <Paragraphs>43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Carlito</vt:lpstr>
      <vt:lpstr>Garamond</vt:lpstr>
      <vt:lpstr>Times New Roman</vt:lpstr>
      <vt:lpstr>TradeGothic</vt:lpstr>
      <vt:lpstr>Wingdings</vt:lpstr>
      <vt:lpstr>Office Theme</vt:lpstr>
      <vt:lpstr>SMART INDIA HACKATHON 2026</vt:lpstr>
      <vt:lpstr> ValidAI Compliance Engine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Aditya Yadav</cp:lastModifiedBy>
  <cp:revision>161</cp:revision>
  <dcterms:created xsi:type="dcterms:W3CDTF">2013-12-12T18:46:50Z</dcterms:created>
  <dcterms:modified xsi:type="dcterms:W3CDTF">2026-11-01T08:54:10Z</dcterms:modified>
  <cp:category/>
</cp:coreProperties>
</file>